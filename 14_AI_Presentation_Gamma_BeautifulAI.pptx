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548640"/>
            <a:ext cx="2103120" cy="21031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1828800"/>
            <a:ext cx="1554480" cy="15544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017520"/>
            <a:ext cx="2286000" cy="2286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5740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PRESENTATION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766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8FAFC"/>
                </a:solidFill>
                <a:latin typeface="Aptos"/>
              </a:rPr>
              <a:t>Create Better
Presentations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BD5E1"/>
                </a:solidFill>
                <a:latin typeface="Aptos"/>
              </a:rPr>
              <a:t>Using Gamma and Beautiful.ai — from first prompt to polished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Generate • Refine •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AI PRESENTATION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50876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01  |  THE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Two AI tools, one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19072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Aptos"/>
              </a:rPr>
              <a:t>Turn a clear idea into a structured, visual first draft—then make it your 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166360" cy="3246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22D3EE"/>
                </a:solidFill>
                <a:latin typeface="Aptos"/>
              </a:rPr>
              <a:t>GAMMA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73552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Prompt-to-presentation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977639"/>
            <a:ext cx="4233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Generate a deck from a topic or outline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59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4480559"/>
            <a:ext cx="4233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Rework layouts and visual storytelling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79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983479"/>
            <a:ext cx="4233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Share or export the finished presentation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14600"/>
            <a:ext cx="5166360" cy="3246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788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A78BFA"/>
                </a:solidFill>
                <a:latin typeface="Aptos"/>
              </a:rPr>
              <a:t>BEAUTIFUL.AI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3273552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Design-guided slide creation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977639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977639"/>
            <a:ext cx="4233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Smart layouts help keep slides consistent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480559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480559"/>
            <a:ext cx="4233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Use templates for a polished visual 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983479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4983479"/>
            <a:ext cx="4233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Adjust content while preserving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AI PRESENTATION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691640" cy="34747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02  | 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8412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From topic to presentation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874519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86537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Define the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865376"/>
            <a:ext cx="6766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Who is listening, and what should they learn?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2313432"/>
            <a:ext cx="36576" cy="32918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79191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670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Write a focused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670048"/>
            <a:ext cx="6766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Include purpose, slide count, tone, and key 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3118103"/>
            <a:ext cx="36576" cy="32918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483863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747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Generate the first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3474720"/>
            <a:ext cx="6766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Choose a theme and review the suggested structure.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922775"/>
            <a:ext cx="36576" cy="32918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288536"/>
            <a:ext cx="438912" cy="43891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793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Refine each 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279392"/>
            <a:ext cx="6766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Replace vague claims, simplify text, and verify facts.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4727448"/>
            <a:ext cx="36576" cy="32918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5093208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0840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Aptos"/>
              </a:rPr>
              <a:t>Rehearse and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084064"/>
            <a:ext cx="6766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BD5E1"/>
                </a:solidFill>
                <a:latin typeface="Aptos"/>
              </a:rPr>
              <a:t>Check readability, timing, and the final 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AI PRESENTATION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2148840" cy="34747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03  |  CONTENT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F8FAFC"/>
                </a:solidFill>
                <a:latin typeface="Aptos"/>
              </a:rPr>
              <a:t>Refine the draft—don't just accept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09928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BD5E1"/>
                </a:solidFill>
                <a:latin typeface="Aptos"/>
              </a:rPr>
              <a:t>A strong deck is clear, accurate, and built around one message per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51663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2D3EE"/>
                </a:solidFill>
                <a:latin typeface="Aptos"/>
              </a:rPr>
              <a:t>BE 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53512"/>
            <a:ext cx="4617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Replace generic statements with concrete examples or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23160"/>
            <a:ext cx="51663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6060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Aptos"/>
              </a:rPr>
              <a:t>CUT THE CLUTTER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53512"/>
            <a:ext cx="4617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Aim for one main idea and a few concise supporting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977639"/>
            <a:ext cx="51663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DE80"/>
                </a:solidFill>
                <a:latin typeface="Aptos"/>
              </a:rPr>
              <a:t>VERIFY THE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07992"/>
            <a:ext cx="4617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Check names, dates, statistics, quotations, and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77639"/>
            <a:ext cx="516636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160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Aptos"/>
              </a:rPr>
              <a:t>KEEP IT CONSISTENT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507992"/>
            <a:ext cx="4617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Aptos"/>
              </a:rPr>
              <a:t>Use a limited color palette, readable fonts, and aligned layouts.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Aptos"/>
              </a:rPr>
              <a:t>Quick test: Can someone understand the slide in 5–10 seconds?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AI PRESENTATION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1828800" cy="3474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Aptos"/>
              </a:rPr>
              <a:t>04  |  SAMPLE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24128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Aptos"/>
              </a:rPr>
              <a:t>A prompt you can reuse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7315200" cy="3337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66294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  <a:latin typeface="Aptos"/>
              </a:rPr>
              <a:t>Create a 5-slide presentation about [TOPIC] for [AUDIENCE].
Use a professional, modern visual style. Include:
1. A clear title and purpose
2. The key concepts or problem
3. A step-by-step process or example
4. Practical recommendations
5. A concise conclusion and next steps
Keep each slide focused, use short bullets, suggest relevant visuals, and flag any facts that need verification.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9640" y="19659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A78BFA"/>
                </a:solidFill>
                <a:latin typeface="Aptos"/>
              </a:rPr>
              <a:t>FINAL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2514600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2514600"/>
            <a:ext cx="26334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One clear takeaway per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044952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3044952"/>
            <a:ext cx="26334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No overcrowded paragraphs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575304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3575304"/>
            <a:ext cx="26334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Consistent fonts and colors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05656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4105656"/>
            <a:ext cx="26334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Facts and sources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636008"/>
            <a:ext cx="228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4636008"/>
            <a:ext cx="26334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Aptos"/>
              </a:rPr>
              <a:t>Export tested before sharing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ADE80"/>
                </a:solidFill>
                <a:latin typeface="Aptos"/>
              </a:rPr>
              <a:t>AI creates the draft. Your judgment makes it presentation-ready.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AI PRESENTATION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CBD5E1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